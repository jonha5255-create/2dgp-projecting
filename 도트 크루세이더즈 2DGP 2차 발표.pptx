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502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30479" y="743732"/>
            <a:ext cx="8314670" cy="1470025"/>
          </a:xfrm>
        </p:spPr>
        <p:txBody>
          <a:bodyPr/>
          <a:p>
            <a:pPr lvl="0">
              <a:defRPr/>
            </a:pPr>
            <a:r>
              <a:rPr lang="ko-KR" altLang="en-US"/>
              <a:t>도트 크루세이더즈</a:t>
            </a:r>
            <a:br>
              <a:rPr lang="ko-KR" altLang="en-US"/>
            </a:br>
            <a:r>
              <a:rPr lang="en-US" altLang="ko-KR"/>
              <a:t>2</a:t>
            </a:r>
            <a:r>
              <a:rPr lang="ko-KR" altLang="en-US"/>
              <a:t>차 발표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32661" y="2933699"/>
            <a:ext cx="4163338" cy="578285"/>
          </a:xfrm>
        </p:spPr>
        <p:txBody>
          <a:bodyPr/>
          <a:p>
            <a:pPr lvl="0">
              <a:defRPr/>
            </a:pPr>
            <a:r>
              <a:rPr lang="en-US" altLang="ko-KR" sz="2700">
                <a:solidFill>
                  <a:schemeClr val="tx1"/>
                </a:solidFill>
              </a:rPr>
              <a:t>2022180010</a:t>
            </a:r>
            <a:r>
              <a:rPr lang="ko-KR" altLang="en-US" sz="2700">
                <a:solidFill>
                  <a:schemeClr val="tx1"/>
                </a:solidFill>
              </a:rPr>
              <a:t> 김준하</a:t>
            </a:r>
            <a:endParaRPr lang="ko-KR" alt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206664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개발 일정 결과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417637"/>
            <a:ext cx="10789183" cy="5205240"/>
          </a:xfrm>
        </p:spPr>
        <p:txBody>
          <a:bodyPr>
            <a:normAutofit fontScale="85000" lnSpcReduction="20000"/>
          </a:bodyPr>
          <a:p>
            <a:pPr lvl="0">
              <a:defRPr/>
            </a:pPr>
            <a:r>
              <a:rPr lang="en-US" altLang="ko-KR"/>
              <a:t>1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리소스 수집 및 기획 확정</a:t>
            </a:r>
            <a:r>
              <a:rPr lang="en-US" altLang="ko-KR"/>
              <a:t>  </a:t>
            </a:r>
            <a:r>
              <a:rPr lang="ko-KR" altLang="en-US"/>
              <a:t>  	</a:t>
            </a:r>
            <a:r>
              <a:rPr lang="en-US" altLang="ko-KR"/>
              <a:t>-----</a:t>
            </a:r>
            <a:r>
              <a:rPr lang="ko-KR" altLang="en-US"/>
              <a:t>	 	</a:t>
            </a:r>
            <a:r>
              <a:rPr lang="en-US" altLang="ko-KR"/>
              <a:t>80%</a:t>
            </a:r>
            <a:endParaRPr lang="en-US" altLang="ko-KR"/>
          </a:p>
          <a:p>
            <a:pPr lvl="3">
              <a:defRPr/>
            </a:pPr>
            <a:r>
              <a:rPr lang="ko-KR" altLang="en-US"/>
              <a:t>스킬 이펙트 리소스 부족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캐릭터 구현				</a:t>
            </a:r>
            <a:r>
              <a:rPr lang="en-US" altLang="ko-KR"/>
              <a:t>-----</a:t>
            </a:r>
            <a:r>
              <a:rPr lang="ko-KR" altLang="en-US"/>
              <a:t>		</a:t>
            </a:r>
            <a:r>
              <a:rPr lang="en-US" altLang="ko-KR"/>
              <a:t>75%</a:t>
            </a:r>
            <a:endParaRPr lang="en-US" altLang="ko-KR"/>
          </a:p>
          <a:p>
            <a:pPr lvl="3">
              <a:defRPr/>
            </a:pPr>
            <a:r>
              <a:rPr lang="ko-KR" altLang="en-US"/>
              <a:t>아처 캐릭 미구현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3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적 구현					</a:t>
            </a:r>
            <a:r>
              <a:rPr lang="en-US" altLang="ko-KR"/>
              <a:t>-----</a:t>
            </a:r>
            <a:r>
              <a:rPr lang="ko-KR" altLang="en-US"/>
              <a:t>		</a:t>
            </a:r>
            <a:r>
              <a:rPr lang="en-US" altLang="ko-KR"/>
              <a:t>30%</a:t>
            </a:r>
            <a:endParaRPr lang="en-US" altLang="ko-KR"/>
          </a:p>
          <a:p>
            <a:pPr lvl="3">
              <a:defRPr/>
            </a:pPr>
            <a:r>
              <a:rPr lang="ko-KR" altLang="en-US"/>
              <a:t>적 한객체만 구현 되어있는 상태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4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보스 구현				</a:t>
            </a:r>
            <a:r>
              <a:rPr lang="en-US" altLang="ko-KR"/>
              <a:t>-----</a:t>
            </a:r>
            <a:r>
              <a:rPr lang="ko-KR" altLang="en-US"/>
              <a:t>		</a:t>
            </a:r>
            <a:r>
              <a:rPr lang="en-US" altLang="ko-KR"/>
              <a:t>50%</a:t>
            </a:r>
            <a:endParaRPr lang="en-US" altLang="ko-KR"/>
          </a:p>
          <a:p>
            <a:pPr lvl="3">
              <a:defRPr/>
            </a:pPr>
            <a:r>
              <a:rPr lang="ko-KR" altLang="en-US"/>
              <a:t>보스 패턴 미구현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5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블록 스킬 체인 구현			</a:t>
            </a:r>
            <a:r>
              <a:rPr lang="en-US" altLang="ko-KR"/>
              <a:t>-----</a:t>
            </a:r>
            <a:r>
              <a:rPr lang="ko-KR" altLang="en-US"/>
              <a:t> 		</a:t>
            </a:r>
            <a:r>
              <a:rPr lang="en-US" altLang="ko-KR"/>
              <a:t>0%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6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캐릭터 스킬체인 이펙트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7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충돌 처리 및 </a:t>
            </a:r>
            <a:r>
              <a:rPr lang="en-US" altLang="ko-KR"/>
              <a:t>UI</a:t>
            </a:r>
            <a:r>
              <a:rPr lang="ko-KR" altLang="en-US"/>
              <a:t> 구현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8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플레이 테스트 및 수정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9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최종 수정</a:t>
            </a:r>
            <a:r>
              <a:rPr lang="en-US" altLang="ko-KR"/>
              <a:t>,</a:t>
            </a:r>
            <a:r>
              <a:rPr lang="ko-KR" altLang="en-US"/>
              <a:t> 제출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350414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GIT</a:t>
            </a:r>
            <a:r>
              <a:rPr lang="ko-KR" altLang="en-US"/>
              <a:t> </a:t>
            </a:r>
            <a:r>
              <a:rPr lang="en-US" altLang="ko-KR"/>
              <a:t>COMMIT</a:t>
            </a:r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1947" y="1417638"/>
            <a:ext cx="10888106" cy="517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8254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72</ep:Words>
  <ep:PresentationFormat>화면 슬라이드 쇼(4:3)</ep:PresentationFormat>
  <ep:Paragraphs>17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한컴오피스</vt:lpstr>
      <vt:lpstr>도트 크루세이더즈 2차 발표</vt:lpstr>
      <vt:lpstr>3. 개발 일정 결과</vt:lpstr>
      <vt:lpstr>GIT COMMIT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2025-10-01T08:54:12.793</dcterms:created>
  <dc:creator>jonha</dc:creator>
  <cp:lastModifiedBy>jonha</cp:lastModifiedBy>
  <dcterms:modified xsi:type="dcterms:W3CDTF">2025-11-12T09:55:30.426</dcterms:modified>
  <cp:revision>30</cp:revision>
  <dc:title>픽셀 기사단</dc:title>
  <cp:version>13.0.0.2760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