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jpeg"  /><Relationship Id="rId3" Type="http://schemas.openxmlformats.org/officeDocument/2006/relationships/image" Target="../media/image5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video" Target="file:///C:\Users\jonha\OneDrive\&#48148;&#53461;%20&#54868;&#47732;\&#53356;&#47336;&#49464;&#51060;&#45908;%20&#53272;&#49828;&#53944;(&#53356;&#53272;)%20-%20&#49884;&#47144;%2013(&#49324;&#51088;%20&#44592;&#49324;&#45800;_&#45224;&#44200;&#51652;%20&#49324;&#51088;)%20-%20&#52380;&#47560;%20&#46972;&#45768;%20&#50724;&#54000;&#49828;%20-%20YouTube%20&#50808;%20&#54168;&#51060;&#51648;%209&#44060;%20-%20&#44060;&#51064;%20-%20Microsoft&#8203;%20Edge%202025-10-01%2019-30-59.mp4" TargetMode="External" /><Relationship Id="rId3" Type="http://schemas.microsoft.com/office/2007/relationships/media" Target="file:///C:\Users\jonha\OneDrive\&#48148;&#53461;%20&#54868;&#47732;\&#53356;&#47336;&#49464;&#51060;&#45908;%20&#53272;&#49828;&#53944;(&#53356;&#53272;)%20-%20&#49884;&#47144;%2013(&#49324;&#51088;%20&#44592;&#49324;&#45800;_&#45224;&#44200;&#51652;%20&#49324;&#51088;)%20-%20&#52380;&#47560;%20&#46972;&#45768;%20&#50724;&#54000;&#49828;%20-%20YouTube%20&#50808;%20&#54168;&#51060;&#51648;%209&#44060;%20-%20&#44060;&#51064;%20-%20Microsoft&#8203;%20Edge%202025-10-01%2019-30-59.mp4" TargetMode="External" /><Relationship Id="rId4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502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30479" y="743732"/>
            <a:ext cx="8314670" cy="1470025"/>
          </a:xfrm>
        </p:spPr>
        <p:txBody>
          <a:bodyPr/>
          <a:p>
            <a:pPr lvl="0">
              <a:defRPr/>
            </a:pPr>
            <a:r>
              <a:rPr lang="ko-KR" altLang="en-US"/>
              <a:t>도트 크루세이더즈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32661" y="2933699"/>
            <a:ext cx="4163338" cy="578285"/>
          </a:xfrm>
        </p:spPr>
        <p:txBody>
          <a:bodyPr/>
          <a:p>
            <a:pPr lvl="0">
              <a:defRPr/>
            </a:pPr>
            <a:r>
              <a:rPr lang="en-US" altLang="ko-KR" sz="2700">
                <a:solidFill>
                  <a:schemeClr val="tx1"/>
                </a:solidFill>
              </a:rPr>
              <a:t>2022180010</a:t>
            </a:r>
            <a:r>
              <a:rPr lang="ko-KR" altLang="en-US" sz="2700">
                <a:solidFill>
                  <a:schemeClr val="tx1"/>
                </a:solidFill>
              </a:rPr>
              <a:t> 김준하</a:t>
            </a:r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20666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게임 컨셉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758950"/>
            <a:ext cx="10369549" cy="4525963"/>
          </a:xfrm>
        </p:spPr>
        <p:txBody>
          <a:bodyPr/>
          <a:p>
            <a:pPr marL="0" lvl="0" indent="0">
              <a:buNone/>
              <a:defRPr/>
            </a:pPr>
            <a:r>
              <a:rPr lang="ko-KR" altLang="en-US">
                <a:solidFill>
                  <a:schemeClr val="tx1"/>
                </a:solidFill>
              </a:rPr>
              <a:t>핵심 컨셉</a:t>
            </a:r>
            <a:endParaRPr lang="ko-KR" altLang="en-US">
              <a:solidFill>
                <a:schemeClr val="tx1"/>
              </a:solidFill>
            </a:endParaRPr>
          </a:p>
          <a:p>
            <a:pPr marL="0" lvl="0" indent="0">
              <a:buNone/>
              <a:defRPr/>
            </a:pPr>
            <a:r>
              <a:rPr lang="ko-KR" altLang="en-US"/>
              <a:t>	</a:t>
            </a:r>
            <a:r>
              <a:rPr lang="ko-KR" altLang="en-US" sz="2500"/>
              <a:t>도트 감성의 캐릭터들과 연속되는 블록 스킬들로 오는 적들을</a:t>
            </a:r>
            <a:endParaRPr lang="ko-KR" altLang="en-US" sz="2500"/>
          </a:p>
          <a:p>
            <a:pPr marL="0" lvl="0" indent="0">
              <a:buNone/>
              <a:defRPr/>
            </a:pPr>
            <a:r>
              <a:rPr lang="ko-KR" altLang="en-US" sz="2500"/>
              <a:t>	잡으며 넘어가는 퍼즐형식 </a:t>
            </a:r>
            <a:r>
              <a:rPr lang="en-US" altLang="ko-KR" sz="2500"/>
              <a:t>RPG</a:t>
            </a:r>
            <a:r>
              <a:rPr lang="ko-KR" altLang="en-US" sz="2500"/>
              <a:t>입니다</a:t>
            </a:r>
            <a:r>
              <a:rPr lang="en-US" altLang="ko-KR" sz="2500"/>
              <a:t>.</a:t>
            </a:r>
            <a:endParaRPr lang="en-US" altLang="ko-KR" sz="2500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r>
              <a:rPr lang="ko-KR" altLang="en-US"/>
              <a:t>재미 요소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ko-KR" altLang="en-US"/>
              <a:t>	</a:t>
            </a:r>
            <a:r>
              <a:rPr lang="ko-KR" altLang="en-US" sz="2500"/>
              <a:t>블럭 스킬로 인한 다른 데미지와 스킬 이펙트를 보는 재미</a:t>
            </a:r>
            <a:endParaRPr lang="ko-KR" altLang="en-US" sz="2500"/>
          </a:p>
          <a:p>
            <a:pPr marL="0" lvl="0" indent="0">
              <a:buNone/>
              <a:defRPr/>
            </a:pPr>
            <a:r>
              <a:rPr lang="ko-KR" altLang="en-US" sz="2500"/>
              <a:t>	보스의 패턴을 블럭 스킬로 파훼하는 과정에서의 재미</a:t>
            </a: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117643242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예상 게임 진행 흐름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52914" y="1604764"/>
            <a:ext cx="6486170" cy="3648470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5377179" y="5440362"/>
            <a:ext cx="1437641" cy="43624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300"/>
              <a:t>타이틀 창</a:t>
            </a:r>
            <a:endParaRPr lang="ko-KR" altLang="en-US" sz="2300"/>
          </a:p>
        </p:txBody>
      </p:sp>
    </p:spTree>
    <p:extLst>
      <p:ext uri="{BB962C8B-B14F-4D97-AF65-F5344CB8AC3E}">
        <p14:creationId xmlns:p14="http://schemas.microsoft.com/office/powerpoint/2010/main" val="53007351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예상 게임 진행 흐름</a:t>
            </a:r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l="13050" t="17590" r="5772" b="4629"/>
          <a:stretch>
            <a:fillRect/>
          </a:stretch>
        </p:blipFill>
        <p:spPr>
          <a:xfrm>
            <a:off x="3275221" y="1758810"/>
            <a:ext cx="5641558" cy="2930701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3591241" y="4689511"/>
            <a:ext cx="5009516" cy="90447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700"/>
              <a:t>스테이지 선택창</a:t>
            </a:r>
            <a:endParaRPr lang="ko-KR" altLang="en-US" sz="2700"/>
          </a:p>
          <a:p>
            <a:pPr lvl="0" algn="ctr">
              <a:defRPr/>
            </a:pPr>
            <a:r>
              <a:rPr lang="ko-KR" altLang="en-US" sz="2700"/>
              <a:t>약 </a:t>
            </a:r>
            <a:r>
              <a:rPr lang="en-US" altLang="ko-KR" sz="2700"/>
              <a:t>2</a:t>
            </a:r>
            <a:r>
              <a:rPr lang="ko-KR" altLang="en-US" sz="2700"/>
              <a:t> </a:t>
            </a:r>
            <a:r>
              <a:rPr lang="en-US" altLang="ko-KR" sz="2700"/>
              <a:t>~</a:t>
            </a:r>
            <a:r>
              <a:rPr lang="ko-KR" altLang="en-US" sz="2700"/>
              <a:t> </a:t>
            </a:r>
            <a:r>
              <a:rPr lang="en-US" altLang="ko-KR" sz="2700"/>
              <a:t>3</a:t>
            </a:r>
            <a:r>
              <a:rPr lang="ko-KR" altLang="en-US" sz="2700"/>
              <a:t> 스테이지</a:t>
            </a:r>
            <a:endParaRPr lang="ko-KR" altLang="en-US" sz="2700"/>
          </a:p>
        </p:txBody>
      </p:sp>
      <p:sp>
        <p:nvSpPr>
          <p:cNvPr id="11" name="가로 글상자 10"/>
          <p:cNvSpPr txBox="1"/>
          <p:nvPr/>
        </p:nvSpPr>
        <p:spPr>
          <a:xfrm>
            <a:off x="4040503" y="5944565"/>
            <a:ext cx="4110993" cy="463233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2500"/>
              <a:t>클리어 장면 및 실패 장면</a:t>
            </a: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75575682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예상 게임 진행 흐름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27660" y="1686363"/>
            <a:ext cx="4954737" cy="2961436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6913624" y="4647800"/>
            <a:ext cx="4382810" cy="944783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800"/>
              <a:t>1</a:t>
            </a:r>
            <a:r>
              <a:rPr lang="ko-KR" altLang="en-US" sz="2800"/>
              <a:t>스테이지 마지막 웨이브 보스 몬스터</a:t>
            </a:r>
            <a:endParaRPr lang="ko-KR" altLang="en-US" sz="2800"/>
          </a:p>
        </p:txBody>
      </p:sp>
      <p:sp>
        <p:nvSpPr>
          <p:cNvPr id="9" name="가로 글상자 8"/>
          <p:cNvSpPr txBox="1"/>
          <p:nvPr/>
        </p:nvSpPr>
        <p:spPr>
          <a:xfrm>
            <a:off x="379055" y="4617064"/>
            <a:ext cx="5009516" cy="498158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2700"/>
              <a:t>1</a:t>
            </a:r>
            <a:r>
              <a:rPr lang="ko-KR" altLang="en-US" sz="2700"/>
              <a:t>스테이지 웨이브 일반 몬스터</a:t>
            </a:r>
            <a:endParaRPr lang="ko-KR" altLang="en-US" sz="270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9422" y="1686363"/>
            <a:ext cx="5188782" cy="293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4787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게임 플레이 방식</a:t>
            </a:r>
            <a:endParaRPr lang="ko-KR" altLang="en-US"/>
          </a:p>
        </p:txBody>
      </p:sp>
      <p:pic>
        <p:nvPicPr>
          <p:cNvPr id="3" name="크루세이더 퀘스트(크퀘) - 시련 13(사자 기사단_남겨진 사자) - 천마 라니 오티스 - YouTube 외 페이지 9개 - 개인 - Microsoft​ Edge 2025-10-01 19-30-59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link="rId3">
                  <p14:trim st="7000" end="4000"/>
                </p14:media>
              </p:ext>
            </p:ext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2072920" y="1600200"/>
            <a:ext cx="8046156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6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9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개발 일정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7638"/>
            <a:ext cx="10972798" cy="5010150"/>
          </a:xfrm>
        </p:spPr>
        <p:txBody>
          <a:bodyPr>
            <a:normAutofit lnSpcReduction="10000"/>
          </a:bodyPr>
          <a:p>
            <a:pPr lvl="0">
              <a:defRPr/>
            </a:pPr>
            <a:r>
              <a:rPr lang="en-US" altLang="ko-KR"/>
              <a:t>1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리소스 수집 및 기획 확정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캐릭터 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3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적 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4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보스 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5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블록 스킬 체인 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6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캐릭터 스킬체인 이펙트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7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충돌 처리 및 </a:t>
            </a:r>
            <a:r>
              <a:rPr lang="en-US" altLang="ko-KR"/>
              <a:t>UI</a:t>
            </a:r>
            <a:r>
              <a:rPr lang="ko-KR" altLang="en-US"/>
              <a:t> 구현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8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플레이 테스트 및 수정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9</a:t>
            </a:r>
            <a:r>
              <a:rPr lang="ko-KR" altLang="en-US"/>
              <a:t>주차 </a:t>
            </a:r>
            <a:r>
              <a:rPr lang="en-US" altLang="ko-KR"/>
              <a:t>-</a:t>
            </a:r>
            <a:r>
              <a:rPr lang="ko-KR" altLang="en-US"/>
              <a:t> 최종 수정</a:t>
            </a:r>
            <a:r>
              <a:rPr lang="en-US" altLang="ko-KR"/>
              <a:t>,</a:t>
            </a:r>
            <a:r>
              <a:rPr lang="ko-KR" altLang="en-US"/>
              <a:t> 제출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5041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121</ep:Words>
  <ep:PresentationFormat>화면 슬라이드 쇼(4:3)</ep:PresentationFormat>
  <ep:Paragraphs>30</ep:Paragraphs>
  <ep:Slides>7</ep:Slides>
  <ep:Notes>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한컴오피스</vt:lpstr>
      <vt:lpstr>도트 크루세이더즈</vt:lpstr>
      <vt:lpstr>1. 게임 컨셉</vt:lpstr>
      <vt:lpstr>2. 예상 게임 진행 흐름</vt:lpstr>
      <vt:lpstr>2. 예상 게임 진행 흐름</vt:lpstr>
      <vt:lpstr>2. 예상 게임 진행 흐름</vt:lpstr>
      <vt:lpstr>게임 플레이 방식</vt:lpstr>
      <vt:lpstr>3. 개발 일정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2025-10-01T08:54:12.793</dcterms:created>
  <dc:creator>jonha</dc:creator>
  <cp:lastModifiedBy>jonha</cp:lastModifiedBy>
  <dcterms:modified xsi:type="dcterms:W3CDTF">2025-10-01T10:49:57.503</dcterms:modified>
  <cp:revision>23</cp:revision>
  <dc:title>픽셀 기사단</dc:title>
  <cp:version>13.0.0.2760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